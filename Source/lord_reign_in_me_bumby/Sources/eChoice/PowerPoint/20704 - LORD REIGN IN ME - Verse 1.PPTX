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84200d3d8b743da" /><Relationship Type="http://schemas.openxmlformats.org/package/2006/relationships/metadata/core-properties" Target="/docProps/core.xml" Id="R7b81229399df4299" /><Relationship Type="http://schemas.openxmlformats.org/officeDocument/2006/relationships/extended-properties" Target="/docProps/app.xml" Id="Rd223ab4dd82441fd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4b376140afb94296"/>
  </p:sldMasterIdLst>
  <p:notesMasterIdLst>
    <p:notesMasterId r:id="R2f829fc35f99474b"/>
  </p:notesMasterIdLst>
  <p:sldIdLst>
    <p:sldId id="256" r:id="R3c1fc8d2ed5243a9"/>
    <p:sldId id="257" r:id="R0137a835f19e49fa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65" d="100"/>
          <a:sy n="65" d="100"/>
        </p:scale>
        <p:origin x="-11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f829fc35f99474b" /><Relationship Type="http://schemas.openxmlformats.org/officeDocument/2006/relationships/presProps" Target="/ppt/presProps.xml" Id="R9af78222fab648cf" /><Relationship Type="http://schemas.openxmlformats.org/officeDocument/2006/relationships/viewProps" Target="/ppt/viewProps.xml" Id="R5fea59fa49cd4798" /><Relationship Type="http://schemas.openxmlformats.org/officeDocument/2006/relationships/slideMaster" Target="/ppt/slideMasters/slideMaster1.xml" Id="R4b376140afb94296" /><Relationship Type="http://schemas.openxmlformats.org/officeDocument/2006/relationships/theme" Target="/ppt/slideMasters/theme/theme2.xml" Id="R8bb2ac5caf274f51" /><Relationship Type="http://schemas.openxmlformats.org/officeDocument/2006/relationships/slide" Target="/ppt/slides/slide1.xml" Id="R3c1fc8d2ed5243a9" /><Relationship Type="http://schemas.openxmlformats.org/officeDocument/2006/relationships/slide" Target="/ppt/slides/slide2.xml" Id="R0137a835f19e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b542f95dfd674b2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/>
              <a:pPr/>
              <a:t>2008.10.06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472c33671843ee" /><Relationship Type="http://schemas.openxmlformats.org/officeDocument/2006/relationships/notesMaster" Target="/ppt/notesMasters/notesMaster1.xml" Id="R9b6d4de5498e49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67494097794648" /><Relationship Type="http://schemas.openxmlformats.org/officeDocument/2006/relationships/notesMaster" Target="/ppt/notesMasters/notesMaster1.xml" Id="R0b12a074f33c4f2e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5efd07fc74d4f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/>
              <a:pPr/>
              <a:t>2008.10.06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8893932c654deb" /><Relationship Type="http://schemas.openxmlformats.org/officeDocument/2006/relationships/slideLayout" Target="/ppt/slideLayouts/slideLayout1.xml" Id="R1c050c5a96ed485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/>
              <a:pPr/>
              <a:t>2008.10.06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1c050c5a96ed485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1640aeca34ff4288" /><Relationship Type="http://schemas.openxmlformats.org/officeDocument/2006/relationships/notesSlide" Target="/ppt/notesSlides/notesSlide1.xml" Id="R458d8ae3746c424d" /><Relationship Type="http://schemas.openxmlformats.org/officeDocument/2006/relationships/slideLayout" Target="/ppt/slideLayouts/slideLayout1.xml" Id="Rb4795f73dac540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.bin" Id="R5f54b4b4df6b4196" /><Relationship Type="http://schemas.openxmlformats.org/officeDocument/2006/relationships/notesSlide" Target="/ppt/notesSlides/notesSlide2.xml" Id="R33ed0cb1771f4cce" /><Relationship Type="http://schemas.openxmlformats.org/officeDocument/2006/relationships/slideLayout" Target="/ppt/slideLayouts/slideLayout1.xml" Id="Rb536630caaac456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1640aeca34ff4288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5f54b4b4df6b419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Bryan Ellis</cp:lastModifiedBy>
  <cp:revision>11</cp:revision>
  <dcterms:created xsi:type="dcterms:W3CDTF">2008-03-16T18:22:36Z</dcterms:created>
  <dcterms:modified xsi:type="dcterms:W3CDTF">2008-10-07T02:03:01Z</dcterms:modified>
</cp:coreProperties>
</file>