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bin" ContentType="image/png"/>
  <Override PartName="/docProps/core.xml" ContentType="application/vnd.openxmlformats-package.core-properties+xml"/>
  <Override PartName="/docProps/app.xml" ContentType="application/vnd.openxmlformats-officedocument.extended-properties+xml"/>
  <Override PartName="/ppt/notesMasters/notesMaster1.xml" ContentType="application/vnd.openxmlformats-officedocument.presentationml.notesMaster+xml"/>
  <Override PartName="/ppt/notesMasters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f29b3aa649a74290" /><Relationship Type="http://schemas.openxmlformats.org/package/2006/relationships/metadata/core-properties" Target="/docProps/core.xml" Id="R01e1bdd0481c4e96" /><Relationship Type="http://schemas.openxmlformats.org/officeDocument/2006/relationships/extended-properties" Target="/docProps/app.xml" Id="R69d6556ce0eb4880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6c5e96f1b0d14d91"/>
  </p:sldMasterIdLst>
  <p:notesMasterIdLst>
    <p:notesMasterId r:id="R0d262dffa8e44a0f"/>
  </p:notesMasterIdLst>
  <p:sldIdLst>
    <p:sldId id="256" r:id="R830e8a6f60324f01"/>
    <p:sldId id="257" r:id="R2675166d39ab4c7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4623" autoAdjust="0"/>
    <p:restoredTop sz="86325" autoAdjust="0"/>
  </p:normalViewPr>
  <p:slideViewPr>
    <p:cSldViewPr>
      <p:cViewPr varScale="1">
        <p:scale>
          <a:sx n="65" d="100"/>
          <a:sy n="65" d="100"/>
        </p:scale>
        <p:origin x="-114" y="-12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6" d="100"/>
          <a:sy n="76" d="100"/>
        </p:scale>
        <p:origin x="-2971" y="-82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0d262dffa8e44a0f" /><Relationship Type="http://schemas.openxmlformats.org/officeDocument/2006/relationships/presProps" Target="/ppt/presProps.xml" Id="R39a3729f25bc4523" /><Relationship Type="http://schemas.openxmlformats.org/officeDocument/2006/relationships/viewProps" Target="/ppt/viewProps.xml" Id="R7711a58c80c449cd" /><Relationship Type="http://schemas.openxmlformats.org/officeDocument/2006/relationships/slideMaster" Target="/ppt/slideMasters/slideMaster1.xml" Id="R6c5e96f1b0d14d91" /><Relationship Type="http://schemas.openxmlformats.org/officeDocument/2006/relationships/theme" Target="/ppt/slideMasters/theme/theme2.xml" Id="R7fe8a0b31df84d23" /><Relationship Type="http://schemas.openxmlformats.org/officeDocument/2006/relationships/slide" Target="/ppt/slides/slide1.xml" Id="R830e8a6f60324f01" /><Relationship Type="http://schemas.openxmlformats.org/officeDocument/2006/relationships/slide" Target="/ppt/slides/slide2.xml" Id="R2675166d39ab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1.xml" Id="R745c6624e08d411a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38DE7A2-50D1-4400-88E2-5E32D940C051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09F674F-5FF1-4C50-AE02-5B1470F93F7E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d988960a8ec4665" /><Relationship Type="http://schemas.openxmlformats.org/officeDocument/2006/relationships/notesMaster" Target="/ppt/notesMasters/notesMaster1.xml" Id="Raf960249caac40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ead118cf23b4390" /><Relationship Type="http://schemas.openxmlformats.org/officeDocument/2006/relationships/notesMaster" Target="/ppt/notesMasters/notesMaster1.xml" Id="R40e37b19b7a14456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09F674F-5FF1-4C50-AE02-5B1470F93F7E}" type="slidenum">
              <a:rPr lang="en-US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bc330e49bb4a22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c39f3acb8c4b63" /><Relationship Type="http://schemas.openxmlformats.org/officeDocument/2006/relationships/slideLayout" Target="/ppt/slideLayouts/slideLayout1.xml" Id="R3c83d332fbc74506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20D04A-6EF7-4665-B131-E359AC6C5C6A}" type="datetimeFigureOut">
              <a:rPr lang="en-US"/>
              <a:pPr/>
              <a:t>2008.10.06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C8E0A6-1D75-4B7B-8C39-611D36EF233F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3c83d332fbc74506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image" Target="/ppt/media/image.bin" Id="R570190f373b24a11" /><Relationship Type="http://schemas.openxmlformats.org/officeDocument/2006/relationships/notesSlide" Target="/ppt/notesSlides/notesSlide1.xml" Id="Ref85c92fd89043a6" /><Relationship Type="http://schemas.openxmlformats.org/officeDocument/2006/relationships/slideLayout" Target="/ppt/slideLayouts/slideLayout1.xml" Id="R7354558420f243c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image" Target="/ppt/media/image2.bin" Id="Rca87b232388c4467" /><Relationship Type="http://schemas.openxmlformats.org/officeDocument/2006/relationships/notesSlide" Target="/ppt/notesSlides/notesSlide2.xml" Id="R834af26cedd44d8d" /><Relationship Type="http://schemas.openxmlformats.org/officeDocument/2006/relationships/slideLayout" Target="/ppt/slideLayouts/slideLayout1.xml" Id="R04345e84467e4b6e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570190f373b24a11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HymnSlide" descr="HymnSlideImage.png"/>
          <p:cNvPicPr>
            <a:picLocks noChangeAspect="1"/>
          </p:cNvPicPr>
          <p:nvPr/>
        </p:nvPicPr>
        <p:blipFill>
          <a:blip r:embed="Rca87b232388c4467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" name="HymnText"/>
          <p:cNvSpPr txBox="1"/>
          <p:nvPr/>
        </p:nvSpPr>
        <p:spPr>
          <a:xfrm>
            <a:off x="152400" y="6400800"/>
            <a:ext cx="883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/>
            </a:r>
            <a:endParaRPr lang="en-US" dirty="0"/>
          </a:p>
        </p:txBody>
      </p:sp>
    </p:spTree>
  </p:cSld>
  <p:clrMapOvr>
    <a:masterClrMapping/>
  </p:clrMapOvr>
  <p:transition spd="med">
    <p:wipe dir="r"/>
  </p:transition>
</p:sld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5</Words>
  <Application>Microsoft Office PowerPoint</Application>
  <PresentationFormat>On-screen Show (4:3)</PresentationFormat>
  <Paragraphs>3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Title</vt:lpstr>
    </vt:vector>
  </TitlesOfParts>
  <Company>AQ2 Technologies, LLC.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Template</dc:title>
  <dc:creator>RJStevensMusic.com</dc:creator>
  <dc:description/>
  <cp:lastModifiedBy>Bryan Ellis</cp:lastModifiedBy>
  <cp:revision>11</cp:revision>
  <dcterms:created xsi:type="dcterms:W3CDTF">2008-03-16T18:22:36Z</dcterms:created>
  <dcterms:modified xsi:type="dcterms:W3CDTF">2008-10-07T02:03:01Z</dcterms:modified>
</cp:coreProperties>
</file>