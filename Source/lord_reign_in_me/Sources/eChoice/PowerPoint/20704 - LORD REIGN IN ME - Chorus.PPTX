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aabaa5f3fce4338" /><Relationship Type="http://schemas.openxmlformats.org/package/2006/relationships/metadata/core-properties" Target="/docProps/core.xml" Id="Rec46940897324b71" /><Relationship Type="http://schemas.openxmlformats.org/officeDocument/2006/relationships/extended-properties" Target="/docProps/app.xml" Id="Rdd56ce32d3c745a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c9587443f618487b"/>
  </p:sldMasterIdLst>
  <p:notesMasterIdLst>
    <p:notesMasterId r:id="R5a6ded17aa074caa"/>
  </p:notesMasterIdLst>
  <p:sldIdLst>
    <p:sldId id="256" r:id="R6a7c702ae2774590"/>
    <p:sldId id="257" r:id="R14723d6558454769"/>
    <p:sldId id="258" r:id="R41f283ed3eb540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6ded17aa074caa" /><Relationship Type="http://schemas.openxmlformats.org/officeDocument/2006/relationships/presProps" Target="/ppt/presProps.xml" Id="R1b929931e623435f" /><Relationship Type="http://schemas.openxmlformats.org/officeDocument/2006/relationships/viewProps" Target="/ppt/viewProps.xml" Id="Rb5d36306a19f4eca" /><Relationship Type="http://schemas.openxmlformats.org/officeDocument/2006/relationships/slideMaster" Target="/ppt/slideMasters/slideMaster1.xml" Id="Rc9587443f618487b" /><Relationship Type="http://schemas.openxmlformats.org/officeDocument/2006/relationships/theme" Target="/ppt/slideMasters/theme/theme2.xml" Id="R0a847ee3acea4f73" /><Relationship Type="http://schemas.openxmlformats.org/officeDocument/2006/relationships/slide" Target="/ppt/slides/slide1.xml" Id="R6a7c702ae2774590" /><Relationship Type="http://schemas.openxmlformats.org/officeDocument/2006/relationships/slide" Target="/ppt/slides/slide2.xml" Id="R14723d6558454769" /><Relationship Type="http://schemas.openxmlformats.org/officeDocument/2006/relationships/slide" Target="/ppt/slides/slide3.xml" Id="R41f283ed3eb5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48050fc9a2245b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57068cb5f4eee" /><Relationship Type="http://schemas.openxmlformats.org/officeDocument/2006/relationships/notesMaster" Target="/ppt/notesMasters/notesMaster1.xml" Id="R323afa7a0aaa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4312395f64f89" /><Relationship Type="http://schemas.openxmlformats.org/officeDocument/2006/relationships/notesMaster" Target="/ppt/notesMasters/notesMaster1.xml" Id="Re16472eb9bef4a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16a538e3644c6" /><Relationship Type="http://schemas.openxmlformats.org/officeDocument/2006/relationships/notesMaster" Target="/ppt/notesMasters/notesMaster1.xml" Id="R3f2f71150a73435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2ccb335454c7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2af86696e44c2" /><Relationship Type="http://schemas.openxmlformats.org/officeDocument/2006/relationships/slideLayout" Target="/ppt/slideLayouts/slideLayout1.xml" Id="Rd3a8c44a73f84dd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d3a8c44a73f84d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ab44025baf3d4327" /><Relationship Type="http://schemas.openxmlformats.org/officeDocument/2006/relationships/notesSlide" Target="/ppt/notesSlides/notesSlide1.xml" Id="R68843631d8264516" /><Relationship Type="http://schemas.openxmlformats.org/officeDocument/2006/relationships/slideLayout" Target="/ppt/slideLayouts/slideLayout1.xml" Id="Rc84436278c4d48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bin" Id="Rd67dbc83212e4373" /><Relationship Type="http://schemas.openxmlformats.org/officeDocument/2006/relationships/notesSlide" Target="/ppt/notesSlides/notesSlide2.xml" Id="Rab69f2b52f3c4017" /><Relationship Type="http://schemas.openxmlformats.org/officeDocument/2006/relationships/slideLayout" Target="/ppt/slideLayouts/slideLayout1.xml" Id="R7d19b22c6cb7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bin" Id="Rc4406e8abe4f48ac" /><Relationship Type="http://schemas.openxmlformats.org/officeDocument/2006/relationships/notesSlide" Target="/ppt/notesSlides/notesSlide3.xml" Id="R0b99ba20a5a645f0" /><Relationship Type="http://schemas.openxmlformats.org/officeDocument/2006/relationships/slideLayout" Target="/ppt/slideLayouts/slideLayout1.xml" Id="R33dd95d2a3fb4c2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ab44025baf3d432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d67dbc83212e437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c4406e8abe4f48ac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11</cp:revision>
  <dcterms:created xsi:type="dcterms:W3CDTF">2008-03-16T18:22:36Z</dcterms:created>
  <dcterms:modified xsi:type="dcterms:W3CDTF">2008-10-07T02:03:01Z</dcterms:modified>
</cp:coreProperties>
</file>